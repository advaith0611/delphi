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Pythios Artifact Showcase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Pythios Design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Pythios Artifact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Multi-format artifact generation demo</a:t>
            </a:r>
          </a:p>
          <a:p>
            <a:pPr/>
            <a:r>
              <a:t>8 deliverables from 1 product concept</a:t>
            </a:r>
          </a:p>
          <a:p>
            <a:pPr/>
            <a:r>
              <a:t>Unified visual language &amp; metadata schema</a:t>
            </a:r>
          </a:p>
          <a:p>
            <a:pPr/>
            <a:r>
              <a:t>Seamless design-to-deployment handoff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Artifact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showcase.md — Markdown overview</a:t>
            </a:r>
          </a:p>
          <a:p>
            <a:pPr/>
            <a:r>
              <a:t>showcase.json — JSON metadata catalog</a:t>
            </a:r>
          </a:p>
          <a:p>
            <a:pPr/>
            <a:r>
              <a:t>showcase.docx — Word documentation</a:t>
            </a:r>
          </a:p>
          <a:p>
            <a:pPr/>
            <a:r>
              <a:t>showcase.pdf — Print-ready PDF</a:t>
            </a:r>
          </a:p>
          <a:p>
            <a:pPr/>
            <a:r>
              <a:t>showcase.xlsx — Excel inventory table</a:t>
            </a:r>
          </a:p>
          <a:p>
            <a:pPr/>
            <a:r>
              <a:t>showcase.pptx — This slide deck</a:t>
            </a:r>
          </a:p>
          <a:p>
            <a:pPr/>
            <a:r>
              <a:t>showcase.png — AI concept image</a:t>
            </a:r>
          </a:p>
          <a:p>
            <a:pPr/>
            <a:r>
              <a:t>showcase.mp4 — AI motion concept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Primary: #2D3E50 (dark slate)</a:t>
            </a:r>
          </a:p>
          <a:p>
            <a:pPr/>
            <a:r>
              <a:t>Accent: #E8B84D (warm gold)</a:t>
            </a:r>
          </a:p>
          <a:p>
            <a:pPr/>
            <a:r>
              <a:t>Background: #F5F5F0 (off-white)</a:t>
            </a:r>
          </a:p>
          <a:p>
            <a:pPr/>
            <a:r>
              <a:t>Headings: Inter, Body: Inter, Code: JetBrains Mono</a:t>
            </a:r>
          </a:p>
          <a:p>
            <a:pPr/>
            <a:r>
              <a:t>Consistent across all 8 formats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